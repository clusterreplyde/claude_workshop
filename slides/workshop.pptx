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WORKSHOP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Production — The Complete Workshop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 |  Internal Training  |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Workshop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217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09:30 – 16:30 (~6 hours incl. breaks)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Guided presentation + hands-on exercises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 &amp; Solution Architects at Reply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Comprehensive overview of the entire Claude Code ecosystem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 Vehicle API (exercises/sample-project/) used M03–M15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743200"/>
                <a:gridCol w="3474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09:30 – 11:00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1: Getting Started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Ecosystem · Setup · First Session · Session Extended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11:15 – 12:30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2: Making Claude Yours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CLAUDE.md · Skills &amp; Commands · Subagents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13:30 – 15:00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3: Integration &amp; Automation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· Hooks · CLI &amp; Headless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15:15 – 16:30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4: The Big Picture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Plugins · Remote · Settings · Best Practices · Capstone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coffee breaks (11:00, 15:00) and lunch (12:30–13:30)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first productive session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Ecosystem (20 min) · M2 Setup (15 min) · M3 Interactive Session (20 min) · M4 Session Extended (15 min)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09:30 – 11:00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68096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Claude Ecosystem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4206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Web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Chat, Projects, Artifacts, Deep Research, Memory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Desktop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macOS, Windows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app, Claude Code built-in, file system access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Mobile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iOS, Android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on the go, voice input, camera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in Chrome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Chrome Extension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 automation — navigate, click, fill forms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Desktop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Desktop agent, multi-step workflows, VM sandbox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CLI, VS Code, Web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coding: read/write/edit, shell, git, MCP, hooks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API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api.anthropic.com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Messages API, tool use, vision, Agent SDK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vs. Claude Web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108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Web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Uploaded files,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Entire codebase, terminal, git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Chat, generate artifacts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Read/write/edit files, shell, git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Browser-based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Terminal, IDE, CI/CD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Responds to prompts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Plans + executes multi-step tasks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MCP, hooks, skills, subagents, plugins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What · Subscription Tiers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023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question, research, writing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Claude.ai (Web/Mobile)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Write, debug, or refactor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(Terminal/IDE)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 code review in CI/CD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(Headless)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a custom AI-powered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API + Agent SDK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 browser tasks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in Chrome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8046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3017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$20/mo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5x / 20x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 / $200/mo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Premium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$125/seat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Model Features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Thinking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Chain-of-thought reasoning, controllable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analysis, architecture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Multimodal (Vision)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Images, screenshots, diagrams as input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review, whiteboard→code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 Support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PDF processing — text, tables, images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Specs, documentation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Computer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Controls mouse, keyboard, screen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automation, browser testing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Caching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reusable context — up to 90% savings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Repeated analysis pipelines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API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 bulk processing — 50% cost reduction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Large-scale reporting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Tour of Claude.ai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Open claude.ai and log in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Create a new Project — name it "Workshop Sandbox"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Set Custom Instructions for .NET/AKS context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Ask: "Key components for a .NET microservice on AKS?"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Observe and edit the generated Artifact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Takeaway: Projects + Custom Instructions = same concept as CLAUDE.md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68096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&amp; Setup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3840480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Methods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-fsSL https://claude.ai/install.sh | bash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brew install --cask claude-code (macOS)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winget install Anthropic.Claude (Windows)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-g @anthropic-ai/claude-code (legacy)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463040"/>
            <a:ext cx="384048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&amp; First Launch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--version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doctor (diagnostic check)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update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(start interactive session)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Methods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2926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 Login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claude → browser opens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for Pro/Max users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ANTHROPIC_API_KEY=sk-ant-...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CI/CD, automation, shared machines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Bedrock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AWS_PROFILE + credentials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cloud (AWS)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Vertex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GOOGLE_APPLICATION_CREDENTIALS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cloud (GCP)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&amp; First Session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Install Claude Code (native or brew/winget)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Run: claude doctor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Authenticate (browser login or API key)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Start first session: claude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Explore: /help, /model, /cost, /context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Prepare workshop project: cd exercises/sample-project &amp;&amp; npm install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68096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Interactive Session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96596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1965960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50876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Context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14884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files, explore structure, understand problem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97480" y="1371600"/>
            <a:ext cx="196596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97480" y="1371600"/>
            <a:ext cx="1965960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3" name="Text 11"/>
          <p:cNvSpPr/>
          <p:nvPr/>
        </p:nvSpPr>
        <p:spPr>
          <a:xfrm>
            <a:off x="2834640" y="150876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83464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834640" y="214884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options, show approach (plan mode)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1371600"/>
            <a:ext cx="196596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1371600"/>
            <a:ext cx="1965960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8" name="Text 16"/>
          <p:cNvSpPr/>
          <p:nvPr/>
        </p:nvSpPr>
        <p:spPr>
          <a:xfrm>
            <a:off x="4983480" y="150876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98348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Action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83480" y="214884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files, run commands, search, fetch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995160" y="1371600"/>
            <a:ext cx="196596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995160" y="1371600"/>
            <a:ext cx="1965960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0" y="150876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3232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Results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32320" y="214884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exit codes, run tests, iterate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587752" y="192024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736592" y="192024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85432" y="192024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8046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/ Edit / Write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operations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commands, tests, git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Grep / Glob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content / find files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WebFetch / WebSearch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 URLs / search the web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Spawn subagents for parallel 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References &amp; Context Management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63040"/>
            <a:ext cx="3840480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&amp; Folder References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@file.js — load single file into context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@src/ — scan entire folder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@screenshot.png — images, PDFs supported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file | claude — pipe input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463040"/>
            <a:ext cx="384048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Commands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/context — inspect loaded files, token costs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/compact [focus] — compress context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/clear — reset conversation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/model — switch Opus/Sonnet/Haiku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/cost — track API spending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Sample Project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Start session: cd exercises/sample-project &amp;&amp; claude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@. Describe what this project does and its structure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Check context: /context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Compact: /compact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Switch model: /model → try Haiku for a quick question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Use /cost to check token usage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68096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Session Extended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3840480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 Shortcuts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— stop mid-response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Esc×2 — rewind to checkpoint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Shift+Tab — cycle permission modes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Ctrl+B — background task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prefix — direct bash mode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463040"/>
            <a:ext cx="384048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Modes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— ask for approval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acceptEdits — auto-approve edits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— review before acting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— full autonomy (CI/CD)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Shift+Tab to cycle between modes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Checkpoints, Git &amp; Sessions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63040"/>
            <a:ext cx="3840480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&amp; Git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Auto-snapshot before every edit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Esc×2 to rewind anytime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commits via git CLI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creates PRs via gh CLI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git history awareness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463040"/>
            <a:ext cx="384048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Management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--continue — resume last session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--resume — pick from recent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-n "name" — named sessions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special slash commands for git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git ops via natural language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Bug, Fix &amp; Commit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cd exercises/sample-project &amp;&amp; npm install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Start claude, load context: @. "What are the bugs?"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Ask Claude to run tests and find failures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Let Claude fix a bug and verify tests pass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Commit: "Commit the fix with a descriptive message"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Try Esc×2 to rewind and redo differently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Claude Yours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memory, workflows, delegation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CLAUDE.md &amp; Rules (20 min) · M6 Skills &amp; Commands (30 min) · M7 Subagents (25 min)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11:15 – 12:30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68096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&amp; Rules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3840480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CLAUDE.md?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 persisting across sessions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file with conventions &amp; architecture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/init auto-generates from codebase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shortcut adds rules during work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463040"/>
            <a:ext cx="384048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 (all concatenated)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(~/.claude/CLAUDE.md) — all projects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(./CLAUDE.md) — team-shared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(./src/CLAUDE.md) — on-demand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(CLAUDE.local.md) — gitignored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Include · Rules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023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Build/test commands Claude can't guess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Things Claude sees from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style rules differing from defaults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language conventions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decisions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API documentation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Repository etiquette (branches, PRs)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explanations or tutorials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quirks &amp; gotchas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Frequently changing information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6576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.claude/rules/ — Path-Specific Rules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frontmatter with paths: ["src/api/**/*.ts"] — only loaded when matching files are opened. Rules without paths load always.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CLAUDE.md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Run /init on exercises/sample-project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Customize: add deployment, gotchas, conventions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Create .claude/rules/testing.md with paths filter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Verify: ask Claude to write code — does it follow rules?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Compare: manual vs. /init — what did it miss?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68096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&amp; Commands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108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prompt shortcuts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Complex, multi-file 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.claude/commands/name.md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.claude/skills/name/SKILL.md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Invoked with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fork?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(with context: fork)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model/tools?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(via frontmatter)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shortcuts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Repeatable automation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Anatomy &amp; Dynamic Context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63040"/>
            <a:ext cx="3840480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Frontmatter Fields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display name &amp; /slash-command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— when Claude should use this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allowed-tools — restrict available tools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fork — isolated subagent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paths — auto-load for matching files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sonnet, opus, haiku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463040"/>
            <a:ext cx="384048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Features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$ARGUMENTS — user input after /name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 $2 — positional arguments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${CLAUDE_SKILL_DIR} — skill directory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!`command` — inject shell output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skills: user-invocable: false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Priority: Enterprise &gt; Personal &gt; Project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Skill &amp; Command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Create .claude/commands/review.md with $ARGUMENTS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Test: /review src/main.js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Create .claude/skills/refactor-class/SKILL.md with frontmatter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Add context: fork and allowed-tools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Test: /refactor-class src/User.js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68096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3840480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Subagents?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Claude instances with own context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.claude/agents/&lt;name&gt;.md with frontmatter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summary to parent session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role specialization &amp; tool isolation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463040"/>
            <a:ext cx="384048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Agents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— Haiku, read-only, fast research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— read-only, strategy &amp; specs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General-Purpose — all tools, fallback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agents in .claude/agents/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 Definition &amp; Invocation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identifier (@-mention, CLI)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Allowlist: [Read, Grep, Glob]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disallowedTools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Denylist: [Write, Edit]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haiku, sonnet, opus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maxTurns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turns before auto-stop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mcpServers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 MCP server definitions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{user: true, project: true}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Invocation: Natural language · @"agent-name" · claude --agent name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Code Review Subagent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Create .claude/agents/code-reviewer.md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Set tools: Read, Grep, Glob (read-only)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Set model: sonnet, maxTurns: 10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Write the review prompt in markdown body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Test: @"code-reviewer" review the auth module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&amp; Automation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tools, quality gates, pipelines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 MCP (35 min) · M9 Hooks (15 min) · M10 CLI &amp; Headless (15 min)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13:30 – 15:00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68096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External Connections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3840480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MCP?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open standard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Claude to external tools/APIs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Auto-discovered at session start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Community, custom, or cloud servers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463040"/>
            <a:ext cx="384048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Types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stdio — local process (stdin/stdout)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— HTTPS endpoint (cloud/shared)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local dev → stdio, cloud → HTTP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Windows: wrap with cmd /c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Installation &amp; Scope</a:t>
            </a:r>
            <a:endParaRPr lang="en-US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3108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add --transport http &lt;name&gt; &lt;url&gt;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HTTP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add --transport stdio &lt;name&gt; -- &lt;cmd&gt;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stdio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add --scope project 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 to .mcp.json (team-shared)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all configured servers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get &lt;name&gt;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server details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remove &lt;name&gt;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7472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2926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(default)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~/.claude.json per project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project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.mcp.json (committed)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Team-wide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~/.claude.json global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your projects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a Filesystem MCP Server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Install: claude mcp add --transport stdio filesystem -- npx -y @modelcontextprotocol/server-filesystem /tmp/mcp-demo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Create test data: echo 'Hello MCP!' &gt; /tmp/mcp-demo/test.txt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Verify: claude mcp list &amp;&amp; claude mcp get filesystem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 session: List files, read config.json via MCP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Create a new file via MCP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68096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Hooks: Deterministic Guardrails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3840480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Hooks?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scripts at lifecycle points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run — NOT controlled by Claude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0 = continue, Exit 2 = block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 → injected into Claude's context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463040"/>
            <a:ext cx="384048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vs. Skills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Hooks: deterministic, always runs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LLM-driven, Claude decides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happen every time → Hook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happen when useful → Skill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Events &amp; Configuration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108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It Fires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PreToolUse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Claude executes a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dangerous commands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PostToolUse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a tool finishes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Auto-format code, run linter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SessionStart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begins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 project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ends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up, notify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291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.claude/settings.json under "hooks" key · matcher: "Bash" or "Write|Edit" · $TOOL_INPUT env var (JSON)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36576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setup: /hooks (interactive) or manual in .claude/settings.json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Security Hook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Create scripts/validate-bash.sh (block rm -rf, sudo rm, force-push)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chmod +x scripts/validate-bash.sh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Register in .claude/settings.json: PreToolUse + matcher: Bash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Test: ask Claude to run rm -rf /tmp/data → should be BLOCKED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Test: ask Claude to run ls -la → should work normally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68096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&amp; Headless Mode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3840480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Mode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-p "prompt" — execute and exit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--output-format json|stream-json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--json-schema for structured output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--max-budget-usd for cost limits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463040"/>
            <a:ext cx="384048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Control &amp; Permissions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--allowedTools Read,Grep (whitelist)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--disallowedTools Bash (blacklist)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Wildcards: Bash(git *)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--dangerously-skip-permissions for CI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Integration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 Example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8046720" cy="292608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lIns="127000" tIns="152400" rIns="152400" bIns="12700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Claude Code PR Review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pull_request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review: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Claude Review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env: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ANTHROPIC_API_KEY: ${{ secrets.ANTHROPIC_API_KEY }}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claude -p "Review this PR"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--output-format text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--allowedTools Read,Grep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--dangerously-skip-permissions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Headless Mode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Basic: claude -p "What files are in this project?"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JSON: claude -p "List markdown files" --output-format json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Read-only: claude -p "Find security issues" --allowedTools Read,Grep,Glob --dangerously-skip-permissions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Pipe: RESULT=$(claude -p "Main entry point?" --output-format text)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Remote, settings, best practices, capstone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 Plugins (10) · M12 Remote (10) · M13 Settings (10) · M14 Best Practices (15) · M15 Capstone (30)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15:15 – 16:30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68096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 &amp; Marketplace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3840480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Plugin?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of skills, hooks, MCP, agents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Namespaced: /plugin-name:skill-name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 claude plugin install &lt;name&gt;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or private Git repos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463040"/>
            <a:ext cx="384048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Structure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plugin.json — manifest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skills/ — SKILL.md files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hooks/ — hook configs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.mcp.json — MCP servers</a:t>
            </a:r>
            <a:endParaRPr lang="en-US" sz="1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80467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023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plugin install &lt;name&gt;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 from marketplace or Git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plugin 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installed plugins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plugin remove &lt;name&gt;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 plugin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68096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Remote &amp; Web</a:t>
            </a:r>
            <a:endParaRPr lang="en-US" sz="26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3474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Choice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new dev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(Web)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setup, instant start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 programming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(shared)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session link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local tooling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(CLI)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system access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 pipelines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Headless (CLI)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Automation, API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Non-technical user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sandbox, file 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Web: claude.ai/code (Max/Enterprise) · Cowork: Desktop agent for knowledge workers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68096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&amp; Security</a:t>
            </a:r>
            <a:endParaRPr lang="en-US" sz="26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560320"/>
                <a:gridCol w="4114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(highest)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(Enterprise)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directories (MDM)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 Flags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--permission-mode, --model, etc.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settings.local.json (personal)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.claude/settings.json (committed)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(lowest)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~/.claude/settings.json (global)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00400"/>
          <a:ext cx="80467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914400"/>
                <a:gridCol w="914400"/>
                <a:gridCol w="38404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Safe, interactive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acceptEdits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 approach first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CI/CD, trusted env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68096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 &amp; Patterns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3840480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Hygiene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/clear for new tasks — fresh context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/compact [focus] for long sessions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/context to inspect token costs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git often (save progress)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 when debugging feels confused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463040"/>
            <a:ext cx="384048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600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Prompting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specific, don't micromanage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 per prompt for focus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examples when needed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mode first (Shift+Tab or /plan)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Claude explore — goal, not steps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Comparison — When to Use What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8288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Project-wide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conventions, build commands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.claude/rules/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file 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Path-specific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 guidelines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invoke/match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Workflows, templates, automations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delegation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Focused tasks, parallel 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event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gates, formatting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Plugins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enable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packages, marketplace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happen every time → Hook  ·  Claude should know → CLAUDE.md  ·  Workflow to invoke → Skill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680960" y="228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Capstone: Putting It All Together</a:t>
            </a:r>
            <a:endParaRPr lang="en-US" sz="26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194560"/>
                <a:gridCol w="3108960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CLAUDE.md + Rules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guide with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Skill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SKILL.md with frontmatter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.claude/agents/code-reviewer.md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.mcp.json 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Auto-format on edit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 Sketch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 YAML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point: exercises/sample-project/ — Tasks 3–6 are copy + adapt from M7–M10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CRITERIA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Your Setup Pass?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16459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team member gets productive just by cloning the repo?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22402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 enforced automatically (hooks)?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283464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can access relevant external systems (MCP)?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34290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80160" y="34290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conventions encoded, not just documented (skills)?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40233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workflow exists for automated reviews?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Deep Dive Workshop  ·  Reply  ·  2026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E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docs.anthropic.com/claude-code  ·  claude.ai/code  ·  github.com/anthropics/claude-code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A7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Production — The Complete Workshop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Deep Dive Workshop</dc:title>
  <dc:subject>PptxGenJS Presentation</dc:subject>
  <dc:creator>Reply — Internal Training</dc:creator>
  <cp:lastModifiedBy>Reply — Internal Training</cp:lastModifiedBy>
  <cp:revision>1</cp:revision>
  <dcterms:created xsi:type="dcterms:W3CDTF">2026-04-20T18:13:52Z</dcterms:created>
  <dcterms:modified xsi:type="dcterms:W3CDTF">2026-04-20T18:13:52Z</dcterms:modified>
</cp:coreProperties>
</file>